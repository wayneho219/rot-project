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1"/>
    <p:restoredTop sz="94667"/>
  </p:normalViewPr>
  <p:slideViewPr>
    <p:cSldViewPr snapToGrid="0">
      <p:cViewPr>
        <p:scale>
          <a:sx n="105" d="100"/>
          <a:sy n="105" d="100"/>
        </p:scale>
        <p:origin x="9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B914B-8F0E-1C40-87CC-E1C15D189892}" type="datetimeFigureOut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561D7-BF0E-BA43-9223-D8D0A4280C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4448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F83C3-2F49-C629-8DE2-BB8573C21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B1361A-D2C0-5E6F-98F9-E52D1E75E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BAF455-DC43-6866-8A25-7A1EA859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C1BAFF7-C335-854D-9A63-676775D2A447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DFE826-568D-367F-26F3-1889A5F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F251FD-F777-279F-8ACA-E20164EF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1CE0886-E45D-8540-AE5E-5F96FFE5E853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05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4DA68-58C7-3636-39B4-846CA400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04" y="136526"/>
            <a:ext cx="11676993" cy="92502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D25D6E-B607-05A4-9214-B3ADEE66B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504" y="1187669"/>
            <a:ext cx="11676993" cy="498929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FA4736-DE57-26D3-9FB8-C9D5DCCA2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6D7B4-B9D6-F944-8FDF-A25E267D65F1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7EAE62-9129-33A4-0FA8-E482074D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0F4B4C-A30C-563A-6D73-D1029EBE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05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D5D91-36BD-DDA4-61F4-79B1B674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3A5DCC-2D0E-5C17-0A52-CBC36E42A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29FD7A-9C7D-3D9E-2384-785FCC1F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D9FAD-5144-DA4D-93F1-53D97F4DE4AC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C68A5-EA28-B10C-B9A2-AC2425B1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16862-954F-4462-7325-2C64B9FA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548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188BD-811A-189E-0500-A6799CBA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FA4B8C-9063-2958-0D56-DE994D88C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B5978B6-8771-2E6B-BBB8-D56EC77FA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8A3875-732E-5E96-4A73-C7456437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7A92-0A89-D44F-8E5E-955CEB3C8C7C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5A86D8-8C68-0C32-FE46-79AAB2BD1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A50D70-D5CD-E6E5-840F-5517B5A7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442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D9A2E-9361-BB50-0A50-578AE6A0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D74B67-D498-713C-A5DD-7595973A9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ACC42B-3955-0AC8-E4C6-A01D45FB6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1CC0F22-1685-3DEF-7942-6A2A7442B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4ABEFAD-3008-644B-4353-C28D42C81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5168A98-030F-EA66-3C2C-33A6106A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BC1F8-6A76-304F-A3AA-844A5499938B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D6DA28-D6B1-08A8-DEDA-2A919EF4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8768ADF-BA90-4433-B338-67281273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923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22E713-38DA-1B3A-0D76-ACAB9E87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93C7863-074C-14C8-D72D-62A34304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56646-BBD6-924B-918B-E2E859D866A6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47F06A-7BD0-27F9-AE9E-04E2B7C5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6961D2-1FEA-E8A7-8BD3-B9C645CA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65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F5EC26-45B7-0A7A-233D-4665A337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C54FB-1070-1D4D-BD6D-3C9E09862842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A52D6A-5EEA-8FF7-9579-D9D252CA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EDEA1E-6F92-FDA1-6BD0-9D60A830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5622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0EE51C-CAE4-22EF-493C-37E22861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AFF734-C2CB-A3C2-CFE3-16772A066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2DAE75-820C-0ED7-4D28-ACAEA1CC1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DD5EB6-A75B-2EA1-534B-8ECEF97B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947BE-7772-494F-8ABF-BF002B214346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6ADE55-2835-46F2-3116-202ACA9B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3BD5C1-88DC-B5E9-C129-8CE5E544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653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ACB2A-72F4-80C6-CB92-12AF2582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DD1DD5-C6D6-DCAF-5CD0-57420F8C9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524C69-C529-1038-5AF5-1AC84408E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E2D2BA-4893-5D75-929D-140B4EBC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22E07-8132-434D-BC89-1987CF1DFE04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700847-1460-CD19-434C-267B6E8C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CDEEA7-A495-5902-B21A-4A9130CA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3785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9EF1AD-0D95-3FE6-17B2-383E7C85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323703-755C-1B14-6277-68120C736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5D82D0-161D-F8AC-2B6A-3FA9FC6D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8E2B-3CA2-164F-9CB3-D330884D7387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DB5474-DFF9-1177-974A-6960B6DE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D92FEA-8CB3-7F21-8EF2-D8A71055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1665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0BCE00B-230C-E303-1A92-A51869C73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81B110-FA4A-0474-5756-66C222D0A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4A6557-01B8-9970-FED9-A810119A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23A0-6C6E-0444-8231-3AE230F33BAD}" type="datetime1">
              <a:rPr kumimoji="1" lang="zh-TW" altLang="en-US" smtClean="0"/>
              <a:t>2026/7/23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DD7C93-CAAC-4858-D0E1-19A7B571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C98AE1-4F89-8A79-19AC-8AC0C900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767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69F825-705D-F428-4E58-188B2AD0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063F75-FEBD-A2E9-C667-C5D37DA36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3AAEF0-FE61-5F0C-4F97-DBAE2309B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683ABFEE-3551-B04C-9C57-B3D883FCBC2D}" type="datetime1">
              <a:rPr kumimoji="1" lang="zh-TW" altLang="en-US" smtClean="0"/>
              <a:pPr/>
              <a:t>2026/7/23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F3219A-0529-4DEA-F3A9-6C3485185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617E15-71C3-C735-ECD1-9AB0EDFD3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729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B1CE0886-E45D-8540-AE5E-5F96FFE5E853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709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056DDC-8B5E-4A38-E2F5-10AF3602BA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W</a:t>
            </a:r>
            <a:r>
              <a:rPr lang="zh-TW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ifi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自動連線</a:t>
            </a:r>
            <a:endParaRPr kumimoji="1" lang="zh-TW" altLang="en-US" sz="5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1442BC9-1056-A1CB-280D-F6FE72CC3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144000" cy="1295400"/>
          </a:xfrm>
        </p:spPr>
        <p:txBody>
          <a:bodyPr/>
          <a:lstStyle/>
          <a:p>
            <a:r>
              <a:rPr kumimoji="1" lang="en-US" altLang="zh-TW" dirty="0"/>
              <a:t>Reporter: Chen, </a:t>
            </a:r>
            <a:r>
              <a:rPr kumimoji="1" lang="en-US" altLang="zh-TW" dirty="0" err="1"/>
              <a:t>Ssu</a:t>
            </a:r>
            <a:r>
              <a:rPr kumimoji="1" lang="en-US" altLang="zh-TW" dirty="0"/>
              <a:t>-Chi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526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7994BE-F91B-72BB-FA8C-64764BE5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Rpi</a:t>
            </a:r>
            <a:r>
              <a:rPr kumimoji="1" lang="zh-TW" altLang="en-US" dirty="0"/>
              <a:t> 連網流程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7A7BC78-D3D9-01C9-5F34-379122B47C4D}"/>
              </a:ext>
            </a:extLst>
          </p:cNvPr>
          <p:cNvSpPr txBox="1"/>
          <p:nvPr/>
        </p:nvSpPr>
        <p:spPr>
          <a:xfrm>
            <a:off x="257503" y="1183142"/>
            <a:ext cx="7503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透過 UART 連線進 RPi5，執行 ifconfig wlan0 確認目前 WiFi 狀態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68F33A-3BCC-07A8-B2D9-0F760FAFB43A}"/>
              </a:ext>
            </a:extLst>
          </p:cNvPr>
          <p:cNvSpPr txBox="1"/>
          <p:nvPr/>
        </p:nvSpPr>
        <p:spPr>
          <a:xfrm>
            <a:off x="257503" y="1621605"/>
            <a:ext cx="60997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root@raspberrypi5:~# ifconfig wlan0</a:t>
            </a:r>
            <a:br>
              <a:rPr lang="zh-TW" altLang="zh-TW" dirty="0"/>
            </a:br>
            <a:r>
              <a:rPr lang="zh-TW" altLang="zh-TW" dirty="0"/>
              <a:t>wlan0 </a:t>
            </a:r>
            <a:r>
              <a:rPr lang="en-US" altLang="zh-TW" dirty="0"/>
              <a:t>	</a:t>
            </a:r>
            <a:r>
              <a:rPr lang="zh-TW" altLang="zh-TW" dirty="0"/>
              <a:t>Link encap:Ethernet HWaddr 88:A2:9E:BF:61:F7</a:t>
            </a:r>
            <a:br>
              <a:rPr lang="zh-TW" altLang="zh-TW" dirty="0"/>
            </a:br>
            <a:r>
              <a:rPr lang="en-US" altLang="zh-TW" dirty="0"/>
              <a:t>	</a:t>
            </a:r>
            <a:r>
              <a:rPr lang="zh-TW" altLang="zh-TW" dirty="0"/>
              <a:t>BROADCAST MULTICAST MTU:1500 Metric:1</a:t>
            </a:r>
            <a:br>
              <a:rPr lang="zh-TW" altLang="zh-TW" dirty="0"/>
            </a:br>
            <a:r>
              <a:rPr lang="en-US" altLang="zh-TW" dirty="0"/>
              <a:t>	</a:t>
            </a:r>
            <a:r>
              <a:rPr lang="zh-TW" altLang="zh-TW" dirty="0"/>
              <a:t>RX packets:0 errors:0 dropped:0 overruns:0 frame:0</a:t>
            </a:r>
            <a:br>
              <a:rPr lang="zh-TW" altLang="zh-TW" dirty="0"/>
            </a:br>
            <a:r>
              <a:rPr lang="en-US" altLang="zh-TW" dirty="0"/>
              <a:t>	</a:t>
            </a:r>
            <a:r>
              <a:rPr lang="zh-TW" altLang="zh-TW" dirty="0"/>
              <a:t>TX packets:0 errors:0 dropped:0 overruns:0 carrier:0</a:t>
            </a:r>
            <a:br>
              <a:rPr lang="zh-TW" altLang="zh-TW" dirty="0"/>
            </a:br>
            <a:r>
              <a:rPr lang="en-US" altLang="zh-TW" dirty="0"/>
              <a:t>	</a:t>
            </a:r>
            <a:r>
              <a:rPr lang="zh-TW" altLang="zh-TW" dirty="0"/>
              <a:t>collisions:0 txqueuelen:1000</a:t>
            </a:r>
            <a:br>
              <a:rPr lang="zh-TW" altLang="zh-TW" dirty="0"/>
            </a:br>
            <a:r>
              <a:rPr lang="en-US" altLang="zh-TW" dirty="0"/>
              <a:t>	</a:t>
            </a:r>
            <a:r>
              <a:rPr lang="zh-TW" altLang="zh-TW" dirty="0"/>
              <a:t>RX bytes:0 (0.0 B) TX bytes:0 (0.0 B)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A82ED5E-D3F0-9AE4-6D27-D50850A02B34}"/>
              </a:ext>
            </a:extLst>
          </p:cNvPr>
          <p:cNvSpPr txBox="1"/>
          <p:nvPr/>
        </p:nvSpPr>
        <p:spPr>
          <a:xfrm>
            <a:off x="7504771" y="2224762"/>
            <a:ext cx="4545982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 wlan0 介面存在，但沒連上WiFi、沒有 IP。wlan0 是 Linux 幫 WiFi 網路卡取的介面名稱，代表這台電腦第一張無線網卡</a:t>
            </a: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1691167E-973E-A663-3D59-548537C2D5D4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6357219" y="2637268"/>
            <a:ext cx="1147552" cy="4915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66B9B410-D8CD-3D97-7D2D-3C6753A1DCA6}"/>
              </a:ext>
            </a:extLst>
          </p:cNvPr>
          <p:cNvSpPr txBox="1"/>
          <p:nvPr/>
        </p:nvSpPr>
        <p:spPr>
          <a:xfrm>
            <a:off x="257503" y="3718299"/>
            <a:ext cx="7503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準備 </a:t>
            </a:r>
            <a:r>
              <a:rPr lang="en" altLang="zh-TW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wpa_supplicant.conf</a:t>
            </a:r>
            <a:r>
              <a:rPr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設定檔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3BA16BD-B1E7-8C70-75AB-3DD08D138312}"/>
              </a:ext>
            </a:extLst>
          </p:cNvPr>
          <p:cNvSpPr txBox="1"/>
          <p:nvPr/>
        </p:nvSpPr>
        <p:spPr>
          <a:xfrm>
            <a:off x="257503" y="4139369"/>
            <a:ext cx="21020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network={</a:t>
            </a:r>
          </a:p>
          <a:p>
            <a:r>
              <a:rPr lang="zh-TW" altLang="en-US" dirty="0"/>
              <a:t>      ssid=</a:t>
            </a:r>
            <a:r>
              <a:rPr lang="en-US" altLang="zh-TW" dirty="0"/>
              <a:t>“</a:t>
            </a:r>
            <a:r>
              <a:rPr lang="zh-TW" altLang="en-US" dirty="0"/>
              <a:t>chen</a:t>
            </a:r>
            <a:r>
              <a:rPr lang="en-US" altLang="zh-TW" dirty="0"/>
              <a:t>-</a:t>
            </a:r>
            <a:r>
              <a:rPr lang="en-US" altLang="zh-TW" dirty="0" err="1"/>
              <a:t>wifi</a:t>
            </a:r>
            <a:r>
              <a:rPr lang="en-US" altLang="zh-TW" dirty="0"/>
              <a:t>”</a:t>
            </a:r>
            <a:endParaRPr lang="zh-TW" altLang="en-US" dirty="0"/>
          </a:p>
          <a:p>
            <a:r>
              <a:rPr lang="zh-TW" altLang="en-US" dirty="0"/>
              <a:t>      psk=</a:t>
            </a:r>
            <a:r>
              <a:rPr lang="en-US" altLang="zh-TW" dirty="0"/>
              <a:t>”88888888”</a:t>
            </a:r>
          </a:p>
          <a:p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B6B42F8-1273-41E3-02B8-E3CBE370F986}"/>
              </a:ext>
            </a:extLst>
          </p:cNvPr>
          <p:cNvSpPr txBox="1"/>
          <p:nvPr/>
        </p:nvSpPr>
        <p:spPr>
          <a:xfrm>
            <a:off x="4680822" y="3718299"/>
            <a:ext cx="7503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啟動 </a:t>
            </a:r>
            <a:r>
              <a:rPr lang="en" altLang="zh-TW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E5A9C59-697E-E41D-8EC7-B18CD38DF7E2}"/>
              </a:ext>
            </a:extLst>
          </p:cNvPr>
          <p:cNvSpPr txBox="1"/>
          <p:nvPr/>
        </p:nvSpPr>
        <p:spPr>
          <a:xfrm>
            <a:off x="4680821" y="4108421"/>
            <a:ext cx="75037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dirty="0"/>
              <a:t>root@raspberrypi5:~# </a:t>
            </a:r>
            <a:r>
              <a:rPr lang="en" altLang="zh-TW" dirty="0" err="1"/>
              <a:t>wpa_supplicant</a:t>
            </a:r>
            <a:r>
              <a:rPr lang="en" altLang="zh-TW" dirty="0"/>
              <a:t> -B -</a:t>
            </a:r>
            <a:r>
              <a:rPr lang="en" altLang="zh-TW" dirty="0" err="1"/>
              <a:t>i</a:t>
            </a:r>
            <a:r>
              <a:rPr lang="en" altLang="zh-TW" dirty="0"/>
              <a:t> wlan0 -c /</a:t>
            </a:r>
            <a:r>
              <a:rPr lang="en" altLang="zh-TW" dirty="0" err="1"/>
              <a:t>etc</a:t>
            </a:r>
            <a:r>
              <a:rPr lang="en" altLang="zh-TW" dirty="0"/>
              <a:t>/</a:t>
            </a:r>
            <a:r>
              <a:rPr lang="en" altLang="zh-TW" dirty="0" err="1"/>
              <a:t>wpa_supplicant.conf</a:t>
            </a:r>
            <a:r>
              <a:rPr lang="en" altLang="zh-TW" dirty="0"/>
              <a:t> -D nl80211 -C /run/</a:t>
            </a:r>
            <a:r>
              <a:rPr lang="en" altLang="zh-TW" dirty="0" err="1"/>
              <a:t>wpa_supplicant</a:t>
            </a:r>
            <a:r>
              <a:rPr lang="en" altLang="zh-TW" dirty="0"/>
              <a:t> 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請求基地台認證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-US" altLang="zh-TW" dirty="0"/>
          </a:p>
          <a:p>
            <a:r>
              <a:rPr lang="zh-TW" altLang="zh-TW" dirty="0"/>
              <a:t>root@raspberrypi5: udhcpc -i wlan0</a:t>
            </a:r>
            <a:r>
              <a:rPr lang="en-US" altLang="zh-TW" dirty="0"/>
              <a:t>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取得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IP)</a:t>
            </a:r>
            <a:endParaRPr lang="zh-TW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04E3DF3-6CFA-76AF-4290-F07BF56F6F23}"/>
              </a:ext>
            </a:extLst>
          </p:cNvPr>
          <p:cNvSpPr txBox="1"/>
          <p:nvPr/>
        </p:nvSpPr>
        <p:spPr>
          <a:xfrm>
            <a:off x="4680821" y="5586789"/>
            <a:ext cx="7369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root@raspberrypi5:~# ifconfig wlan0</a:t>
            </a:r>
            <a:br>
              <a:rPr lang="zh-TW" altLang="zh-TW" dirty="0"/>
            </a:br>
            <a:r>
              <a:rPr lang="en" altLang="zh-TW" dirty="0"/>
              <a:t>wlan0	Link </a:t>
            </a:r>
            <a:r>
              <a:rPr lang="en" altLang="zh-TW" dirty="0" err="1"/>
              <a:t>encap:Ethernet</a:t>
            </a:r>
            <a:r>
              <a:rPr lang="en" altLang="zh-TW" dirty="0"/>
              <a:t>  </a:t>
            </a:r>
            <a:r>
              <a:rPr lang="en" altLang="zh-TW" dirty="0" err="1"/>
              <a:t>HWaddr</a:t>
            </a:r>
            <a:r>
              <a:rPr lang="en" altLang="zh-TW" dirty="0"/>
              <a:t> 88:A2:9E:BF:61:F7</a:t>
            </a:r>
          </a:p>
          <a:p>
            <a:pPr>
              <a:buNone/>
            </a:pPr>
            <a:r>
              <a:rPr lang="en" altLang="zh-TW" dirty="0"/>
              <a:t>          	</a:t>
            </a:r>
            <a:r>
              <a:rPr lang="en" altLang="zh-TW" dirty="0" err="1"/>
              <a:t>inet</a:t>
            </a:r>
            <a:r>
              <a:rPr lang="en" altLang="zh-TW" dirty="0"/>
              <a:t> addr:192.168.1.103  Bcast:192.168.1.255  Mask:255.255.255.0</a:t>
            </a:r>
          </a:p>
          <a:p>
            <a:pPr>
              <a:buNone/>
            </a:pPr>
            <a:r>
              <a:rPr lang="en" altLang="zh-TW" dirty="0"/>
              <a:t>          	inet6 </a:t>
            </a:r>
            <a:r>
              <a:rPr lang="en" altLang="zh-TW" dirty="0" err="1"/>
              <a:t>addr</a:t>
            </a:r>
            <a:r>
              <a:rPr lang="en" altLang="zh-TW" dirty="0"/>
              <a:t>: fe80::8aa2:9eff:febf:61f7/64 </a:t>
            </a:r>
            <a:r>
              <a:rPr lang="en" altLang="zh-TW" dirty="0" err="1"/>
              <a:t>Scope:Link</a:t>
            </a:r>
            <a:endParaRPr lang="en" altLang="zh-TW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E54DC844-BA22-5A8E-65A7-5139C4A86747}"/>
              </a:ext>
            </a:extLst>
          </p:cNvPr>
          <p:cNvSpPr txBox="1"/>
          <p:nvPr/>
        </p:nvSpPr>
        <p:spPr>
          <a:xfrm>
            <a:off x="4680821" y="5165579"/>
            <a:ext cx="328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驗證</a:t>
            </a:r>
          </a:p>
        </p:txBody>
      </p:sp>
    </p:spTree>
    <p:extLst>
      <p:ext uri="{BB962C8B-B14F-4D97-AF65-F5344CB8AC3E}">
        <p14:creationId xmlns:p14="http://schemas.microsoft.com/office/powerpoint/2010/main" val="170260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3ADE-73B5-68DF-6115-91951908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272E64-2439-B4A2-965F-2687BA29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 err="1"/>
              <a:t>wpa_supplicant</a:t>
            </a:r>
            <a:r>
              <a:rPr lang="zh-TW" altLang="en-US" dirty="0"/>
              <a:t> 無法自動執行</a:t>
            </a:r>
            <a:r>
              <a:rPr kumimoji="1" lang="zh-TW" altLang="en-US" dirty="0"/>
              <a:t>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93997D-9C23-3453-4420-F1C5F54A2148}"/>
              </a:ext>
            </a:extLst>
          </p:cNvPr>
          <p:cNvSpPr txBox="1"/>
          <p:nvPr/>
        </p:nvSpPr>
        <p:spPr>
          <a:xfrm>
            <a:off x="257503" y="1183142"/>
            <a:ext cx="9143352" cy="502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重開機後需重新執行 </a:t>
            </a: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，重燒錄後 </a:t>
            </a: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wpa_supplicant.conf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也需重新設定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用自訂 </a:t>
            </a:r>
            <a:r>
              <a:rPr lang="en" altLang="zh-TW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Yocto</a:t>
            </a:r>
            <a:r>
              <a:rPr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Recipe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 </a:t>
            </a:r>
            <a:r>
              <a:rPr lang="en" altLang="zh-TW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WiFi</a:t>
            </a:r>
            <a:r>
              <a:rPr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自動連線內建進 </a:t>
            </a:r>
            <a:r>
              <a:rPr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wpa_supplicant.conf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重新燒錄後會自動設定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rpi-wifi.service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開機後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systemd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自動要跑的指令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 </a:t>
            </a: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在自己的 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meta layer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meta-</a:t>
            </a: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danny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）底下建立 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recipes-</a:t>
            </a: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wifi</a:t>
            </a:r>
            <a:endParaRPr lang="en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wpa_supplicant.conf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rpi-wifi.service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danny-wifi.bb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告訴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bitbake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怎麼把上面兩個檔案裝進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local.conf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宣告要把這個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recipe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裝進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zh-TW" dirty="0"/>
              <a:t>IMAGE_INSTALL:append = " danny-wifi"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編譯 </a:t>
            </a:r>
            <a:r>
              <a:rPr lang="en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bitbake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core-image-base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燒進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SD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卡、開機驗證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7519751-4B1C-285A-E966-05E000D23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201" y="1981200"/>
            <a:ext cx="25527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8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BB84C-0344-5AD0-9056-13CAC3D6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30DB81-20C0-EE2C-9E53-1796DC72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recipes-</a:t>
            </a:r>
            <a:r>
              <a:rPr lang="en" altLang="zh-TW" dirty="0" err="1"/>
              <a:t>wifi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BAD064-5AE5-F962-B406-D8CD389E6A2A}"/>
              </a:ext>
            </a:extLst>
          </p:cNvPr>
          <p:cNvSpPr txBox="1"/>
          <p:nvPr/>
        </p:nvSpPr>
        <p:spPr>
          <a:xfrm>
            <a:off x="257503" y="1061546"/>
            <a:ext cx="3995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pa_supplicant.conf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和前面一樣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942021-A3F4-2390-BD3A-4709658A0679}"/>
              </a:ext>
            </a:extLst>
          </p:cNvPr>
          <p:cNvSpPr txBox="1"/>
          <p:nvPr/>
        </p:nvSpPr>
        <p:spPr>
          <a:xfrm>
            <a:off x="257503" y="1522171"/>
            <a:ext cx="3995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zh-TW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rpi-wifi.service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8D1165E-F631-4BD2-31BA-6B9958039747}"/>
              </a:ext>
            </a:extLst>
          </p:cNvPr>
          <p:cNvSpPr txBox="1"/>
          <p:nvPr/>
        </p:nvSpPr>
        <p:spPr>
          <a:xfrm>
            <a:off x="257503" y="1982796"/>
            <a:ext cx="119344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[Unit]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Description</a:t>
            </a:r>
            <a:r>
              <a:rPr lang="zh-TW" altLang="en-US" dirty="0"/>
              <a:t>=Auto WiFi Connection</a:t>
            </a: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After</a:t>
            </a:r>
            <a:r>
              <a:rPr lang="zh-TW" altLang="en-US" dirty="0"/>
              <a:t>=network.target </a:t>
            </a:r>
            <a:r>
              <a:rPr lang="en-US" altLang="zh-TW" dirty="0"/>
              <a:t>		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network.target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網路子系統已經準備好再啟動這個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service )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>
                <a:solidFill>
                  <a:srgbClr val="C00000"/>
                </a:solidFill>
              </a:rPr>
              <a:t>[Service]</a:t>
            </a:r>
          </a:p>
          <a:p>
            <a:r>
              <a:rPr lang="zh-TW" altLang="en-US" dirty="0"/>
              <a:t>ExecStart=/usr/sbin/wpa_supplicant -i wlan0 -c /etc/wpa_supplicant/wpa_supplicant-wlan0.conf -D nl80211 -C /run/wpa_supplicant</a:t>
            </a:r>
          </a:p>
          <a:p>
            <a:r>
              <a:rPr lang="zh-TW" altLang="en-US" dirty="0"/>
              <a:t>ExecStartPost=/sbin/udhcpc -i wlan0 -t 10 -T 3 </a:t>
            </a:r>
            <a:r>
              <a:rPr lang="en-US" altLang="zh-TW" dirty="0"/>
              <a:t>–</a:t>
            </a:r>
            <a:r>
              <a:rPr lang="zh-TW" altLang="en-US" dirty="0"/>
              <a:t>b</a:t>
            </a:r>
            <a:r>
              <a:rPr lang="en-US" altLang="zh-TW" dirty="0"/>
              <a:t> </a:t>
            </a:r>
            <a:endParaRPr lang="zh-TW" altLang="en-US" dirty="0"/>
          </a:p>
          <a:p>
            <a:r>
              <a:rPr lang="zh-TW" altLang="en-US" dirty="0">
                <a:solidFill>
                  <a:srgbClr val="C00000"/>
                </a:solidFill>
              </a:rPr>
              <a:t>[Install] </a:t>
            </a:r>
            <a:r>
              <a:rPr lang="zh-TW" altLang="en-US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開機時自動掛上這個 </a:t>
            </a:r>
            <a:r>
              <a:rPr lang="en" altLang="zh-TW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service</a:t>
            </a:r>
            <a:endParaRPr lang="zh-TW" altLang="en-US" dirty="0">
              <a:solidFill>
                <a:srgbClr val="C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dirty="0"/>
              <a:t>WantedBy=multi-user.target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5B1BD77-C6AF-A05E-A1F5-6854343BD5F1}"/>
              </a:ext>
            </a:extLst>
          </p:cNvPr>
          <p:cNvSpPr txBox="1"/>
          <p:nvPr/>
        </p:nvSpPr>
        <p:spPr>
          <a:xfrm>
            <a:off x="257503" y="5489369"/>
            <a:ext cx="11095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systemd 會在 multi-user.target.wants/ 底下建一個指向這個 service 檔的 symlink。開機流程走到 multi-user.target 時，systemd 看到這個 symlink，就會順帶啟動這個 service</a:t>
            </a:r>
          </a:p>
        </p:txBody>
      </p:sp>
    </p:spTree>
    <p:extLst>
      <p:ext uri="{BB962C8B-B14F-4D97-AF65-F5344CB8AC3E}">
        <p14:creationId xmlns:p14="http://schemas.microsoft.com/office/powerpoint/2010/main" val="3104400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62814-AD27-5158-32A6-88EEDE6F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03E06-1947-0946-A5E6-7B0FBE8C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recipes-</a:t>
            </a:r>
            <a:r>
              <a:rPr lang="en" altLang="zh-TW" dirty="0" err="1"/>
              <a:t>wifi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16FB1EE-904A-B7E4-1ACC-A32CF3BFC0E9}"/>
              </a:ext>
            </a:extLst>
          </p:cNvPr>
          <p:cNvSpPr txBox="1"/>
          <p:nvPr/>
        </p:nvSpPr>
        <p:spPr>
          <a:xfrm>
            <a:off x="257503" y="1061546"/>
            <a:ext cx="3995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" altLang="zh-TW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danny-wifi.bb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B7C566-753F-BD57-45CC-C6321FDF4513}"/>
              </a:ext>
            </a:extLst>
          </p:cNvPr>
          <p:cNvSpPr txBox="1"/>
          <p:nvPr/>
        </p:nvSpPr>
        <p:spPr>
          <a:xfrm>
            <a:off x="257502" y="1561556"/>
            <a:ext cx="119344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/>
              <a:t>DESCRIPTION = "Auto </a:t>
            </a:r>
            <a:r>
              <a:rPr lang="en" altLang="zh-TW" dirty="0" err="1"/>
              <a:t>WiFi</a:t>
            </a:r>
            <a:r>
              <a:rPr lang="en" altLang="zh-TW" dirty="0"/>
              <a:t> connection"</a:t>
            </a:r>
          </a:p>
          <a:p>
            <a:r>
              <a:rPr lang="en" altLang="zh-TW" dirty="0"/>
              <a:t>LICENSE = "CLOSED"</a:t>
            </a:r>
          </a:p>
          <a:p>
            <a:endParaRPr lang="en" altLang="zh-TW" dirty="0"/>
          </a:p>
          <a:p>
            <a:r>
              <a:rPr lang="en" altLang="zh-TW" b="1" dirty="0"/>
              <a:t>SRC_URI = "file://</a:t>
            </a:r>
            <a:r>
              <a:rPr lang="en" altLang="zh-TW" b="1" dirty="0" err="1"/>
              <a:t>wpa_supplicant.conf</a:t>
            </a:r>
            <a:r>
              <a:rPr lang="en" altLang="zh-TW" b="1" dirty="0"/>
              <a:t>"</a:t>
            </a:r>
          </a:p>
          <a:p>
            <a:r>
              <a:rPr lang="en" altLang="zh-TW" b="1" dirty="0"/>
              <a:t>SRC_URI += "file://</a:t>
            </a:r>
            <a:r>
              <a:rPr lang="en" altLang="zh-TW" b="1" dirty="0" err="1"/>
              <a:t>rpi-wifi.service</a:t>
            </a:r>
            <a:r>
              <a:rPr lang="en" altLang="zh-TW" b="1" dirty="0"/>
              <a:t>"</a:t>
            </a:r>
          </a:p>
          <a:p>
            <a:endParaRPr lang="en" altLang="zh-TW" dirty="0"/>
          </a:p>
          <a:p>
            <a:r>
              <a:rPr lang="en" altLang="zh-TW" dirty="0"/>
              <a:t>RDEPENDS:${PN} = “</a:t>
            </a:r>
            <a:r>
              <a:rPr lang="en" altLang="zh-TW" dirty="0" err="1"/>
              <a:t>wpa</a:t>
            </a:r>
            <a:r>
              <a:rPr lang="en" altLang="zh-TW" dirty="0"/>
              <a:t>-supplicant”</a:t>
            </a:r>
            <a:r>
              <a:rPr lang="zh-TW" altLang="en-US" dirty="0"/>
              <a:t> 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這個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recipe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產出的套件，在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rpi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上執行時需要 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wpa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-supplicant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這個套件存在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" altLang="zh-TW" dirty="0">
              <a:solidFill>
                <a:schemeClr val="accent5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" altLang="zh-TW" dirty="0">
              <a:solidFill>
                <a:schemeClr val="accent5">
                  <a:lumMod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" altLang="zh-TW" dirty="0" err="1"/>
              <a:t>do_install</a:t>
            </a:r>
            <a:r>
              <a:rPr lang="en" altLang="zh-TW" dirty="0"/>
              <a:t>() {      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檔案怎麼裝進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image)</a:t>
            </a:r>
          </a:p>
          <a:p>
            <a:r>
              <a:rPr lang="en" altLang="zh-TW" dirty="0"/>
              <a:t>    install -d ${D}</a:t>
            </a:r>
            <a:r>
              <a:rPr lang="en" altLang="zh-TW" b="1" dirty="0"/>
              <a:t>/</a:t>
            </a:r>
            <a:r>
              <a:rPr lang="en" altLang="zh-TW" b="1" dirty="0" err="1"/>
              <a:t>etc</a:t>
            </a:r>
            <a:r>
              <a:rPr lang="en" altLang="zh-TW" b="1" dirty="0"/>
              <a:t>/</a:t>
            </a:r>
            <a:r>
              <a:rPr lang="en" altLang="zh-TW" b="1" dirty="0" err="1"/>
              <a:t>wpa_supplicant</a:t>
            </a:r>
            <a:r>
              <a:rPr lang="en" altLang="zh-TW" b="1" dirty="0"/>
              <a:t>/   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建立目錄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" altLang="zh-TW" b="1" dirty="0"/>
          </a:p>
          <a:p>
            <a:r>
              <a:rPr lang="en" altLang="zh-TW" dirty="0"/>
              <a:t>    install -m 600 ${WORKDIR}/</a:t>
            </a:r>
            <a:r>
              <a:rPr lang="en" altLang="zh-TW" dirty="0" err="1"/>
              <a:t>wpa_supplicant.conf</a:t>
            </a:r>
            <a:r>
              <a:rPr lang="en" altLang="zh-TW" dirty="0"/>
              <a:t> ${D}</a:t>
            </a:r>
            <a:r>
              <a:rPr lang="en" altLang="zh-TW" b="1" dirty="0"/>
              <a:t>/</a:t>
            </a:r>
            <a:r>
              <a:rPr lang="en" altLang="zh-TW" b="1" dirty="0" err="1"/>
              <a:t>etc</a:t>
            </a:r>
            <a:r>
              <a:rPr lang="en" altLang="zh-TW" b="1" dirty="0"/>
              <a:t>/</a:t>
            </a:r>
            <a:r>
              <a:rPr lang="en" altLang="zh-TW" b="1" dirty="0" err="1"/>
              <a:t>wpa_supplicant</a:t>
            </a:r>
            <a:r>
              <a:rPr lang="en" altLang="zh-TW" b="1" dirty="0"/>
              <a:t>/wpa_supplicant-wlan0.conf</a:t>
            </a:r>
            <a:r>
              <a:rPr lang="zh-TW" altLang="en-US" b="1" dirty="0"/>
              <a:t>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複製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en" altLang="zh-TW" b="1" dirty="0"/>
          </a:p>
          <a:p>
            <a:endParaRPr lang="en" altLang="zh-TW" dirty="0"/>
          </a:p>
          <a:p>
            <a:r>
              <a:rPr lang="en" altLang="zh-TW" dirty="0"/>
              <a:t>    install -d ${D}${</a:t>
            </a:r>
            <a:r>
              <a:rPr lang="en" altLang="zh-TW" dirty="0" err="1"/>
              <a:t>systemd_unitdir</a:t>
            </a:r>
            <a:r>
              <a:rPr lang="en" altLang="zh-TW" dirty="0"/>
              <a:t>}/system/</a:t>
            </a:r>
          </a:p>
          <a:p>
            <a:r>
              <a:rPr lang="en" altLang="zh-TW" dirty="0"/>
              <a:t>    install -m 644 ${WORKDIR}/</a:t>
            </a:r>
            <a:r>
              <a:rPr lang="en" altLang="zh-TW" dirty="0" err="1"/>
              <a:t>rpi-wifi.service</a:t>
            </a:r>
            <a:r>
              <a:rPr lang="en" altLang="zh-TW" dirty="0"/>
              <a:t> ${D}${</a:t>
            </a:r>
            <a:r>
              <a:rPr lang="en" altLang="zh-TW" dirty="0" err="1"/>
              <a:t>systemd_unitdir</a:t>
            </a:r>
            <a:r>
              <a:rPr lang="en" altLang="zh-TW" dirty="0"/>
              <a:t>}/system/</a:t>
            </a:r>
          </a:p>
          <a:p>
            <a:r>
              <a:rPr lang="en" altLang="zh-TW" dirty="0"/>
              <a:t>}</a:t>
            </a:r>
          </a:p>
          <a:p>
            <a:endParaRPr lang="en" altLang="zh-TW" dirty="0"/>
          </a:p>
          <a:p>
            <a:r>
              <a:rPr lang="en" altLang="zh-TW" dirty="0"/>
              <a:t>inherit </a:t>
            </a:r>
            <a:r>
              <a:rPr lang="en" altLang="zh-TW" dirty="0" err="1"/>
              <a:t>systemd</a:t>
            </a:r>
            <a:r>
              <a:rPr lang="en" altLang="zh-TW" dirty="0"/>
              <a:t>   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(enable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這個 </a:t>
            </a: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service)</a:t>
            </a:r>
            <a:endParaRPr lang="en" altLang="zh-TW" dirty="0"/>
          </a:p>
          <a:p>
            <a:r>
              <a:rPr lang="en" altLang="zh-TW" dirty="0"/>
              <a:t>SYSTEMD_SERVICE:${PN} = "</a:t>
            </a:r>
            <a:r>
              <a:rPr lang="en" altLang="zh-TW" dirty="0" err="1"/>
              <a:t>rpi-wifi.service</a:t>
            </a:r>
            <a:r>
              <a:rPr lang="en" altLang="zh-TW" dirty="0"/>
              <a:t>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889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30D945-18A6-1A45-6C36-8F84D9F1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B8FD0A-32DB-368B-7240-16C5AADC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5</a:t>
            </a:fld>
            <a:endParaRPr kumimoji="1" lang="zh-TW" altLang="en-US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48B08AC-F7D5-F042-8975-AF83EDFD988A}"/>
              </a:ext>
            </a:extLst>
          </p:cNvPr>
          <p:cNvGrpSpPr/>
          <p:nvPr/>
        </p:nvGrpSpPr>
        <p:grpSpPr>
          <a:xfrm>
            <a:off x="257502" y="1308131"/>
            <a:ext cx="11496749" cy="2367454"/>
            <a:chOff x="257502" y="1575255"/>
            <a:chExt cx="11496749" cy="236745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0DC47FE-B60F-C007-F873-8AF4EC3B6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502" y="1575255"/>
              <a:ext cx="11496749" cy="236745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B178BBE-6A97-FBAF-8A65-6EF7EB477C8E}"/>
                </a:ext>
              </a:extLst>
            </p:cNvPr>
            <p:cNvSpPr/>
            <p:nvPr/>
          </p:nvSpPr>
          <p:spPr>
            <a:xfrm>
              <a:off x="9956755" y="2758982"/>
              <a:ext cx="1284270" cy="1897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B5E7690C-EC55-A7EC-A7EE-BFAFC44ED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02" y="3922170"/>
            <a:ext cx="8711858" cy="104639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3AA26CD-CD14-BABE-4F7B-DACEE5A5FABE}"/>
              </a:ext>
            </a:extLst>
          </p:cNvPr>
          <p:cNvSpPr txBox="1"/>
          <p:nvPr/>
        </p:nvSpPr>
        <p:spPr>
          <a:xfrm>
            <a:off x="257503" y="927984"/>
            <a:ext cx="3995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確認 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920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18EBB-4846-F7B4-FD07-8D242E517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9F040-0636-8B20-250C-2CA48B56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B287C0-00F5-0A15-F457-80BF2269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6</a:t>
            </a:fld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47B9AFC-6F1E-2A17-271A-5AA90D66B155}"/>
              </a:ext>
            </a:extLst>
          </p:cNvPr>
          <p:cNvSpPr txBox="1"/>
          <p:nvPr/>
        </p:nvSpPr>
        <p:spPr>
          <a:xfrm>
            <a:off x="257505" y="1006822"/>
            <a:ext cx="3995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確認 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service</a:t>
            </a:r>
            <a:endParaRPr lang="zh-TW" altLang="en-US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A3EE11E-17A8-A97D-09DB-13C05CE1A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3" y="1433663"/>
            <a:ext cx="10676065" cy="47738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8701AF4-6FB6-2F91-9167-AA2D0DB2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03" y="1931842"/>
            <a:ext cx="10931054" cy="16120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32A00E2-6088-4E8C-1365-D24E7BBBE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03" y="3564708"/>
            <a:ext cx="4828205" cy="36705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783878D-0542-EE1E-AED4-04C304F80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502" y="3952558"/>
            <a:ext cx="8510133" cy="29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7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9F2A-C17D-1A78-E8FE-DB36F37E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889351-2356-597E-FCFF-DDAD5C250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馬達驅動硬體測試</a:t>
            </a:r>
            <a:endParaRPr kumimoji="1" lang="zh-TW" altLang="en-US" sz="5400" dirty="0"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37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5EA44-19D9-053B-DCB5-B6A261484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03" y="141945"/>
            <a:ext cx="11676993" cy="925020"/>
          </a:xfrm>
        </p:spPr>
        <p:txBody>
          <a:bodyPr/>
          <a:lstStyle/>
          <a:p>
            <a:r>
              <a:rPr kumimoji="1" lang="zh-TW" altLang="en-US" dirty="0"/>
              <a:t>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6280DD-9DC9-9503-0FD6-1D7D786A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8</a:t>
            </a:fld>
            <a:endParaRPr kumimoji="1" lang="zh-TW" altLang="en-US"/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5E4BD528-3421-E210-0477-2EC97B0B1B43}"/>
              </a:ext>
            </a:extLst>
          </p:cNvPr>
          <p:cNvGrpSpPr/>
          <p:nvPr/>
        </p:nvGrpSpPr>
        <p:grpSpPr>
          <a:xfrm>
            <a:off x="1586431" y="1437371"/>
            <a:ext cx="8011975" cy="4548573"/>
            <a:chOff x="705508" y="1807777"/>
            <a:chExt cx="8011975" cy="4548573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95655D7D-5F3A-6410-6F1B-2F74153E14E9}"/>
                </a:ext>
              </a:extLst>
            </p:cNvPr>
            <p:cNvGrpSpPr/>
            <p:nvPr/>
          </p:nvGrpSpPr>
          <p:grpSpPr>
            <a:xfrm>
              <a:off x="4740165" y="5352503"/>
              <a:ext cx="1839310" cy="1003847"/>
              <a:chOff x="4403834" y="5543166"/>
              <a:chExt cx="1839310" cy="1003847"/>
            </a:xfrm>
          </p:grpSpPr>
          <p:sp>
            <p:nvSpPr>
              <p:cNvPr id="5" name="圓角矩形 4">
                <a:extLst>
                  <a:ext uri="{FF2B5EF4-FFF2-40B4-BE49-F238E27FC236}">
                    <a16:creationId xmlns:a16="http://schemas.microsoft.com/office/drawing/2014/main" id="{29EE1BCB-3341-D239-2660-974EB7A41090}"/>
                  </a:ext>
                </a:extLst>
              </p:cNvPr>
              <p:cNvSpPr/>
              <p:nvPr/>
            </p:nvSpPr>
            <p:spPr>
              <a:xfrm>
                <a:off x="4403834" y="5543166"/>
                <a:ext cx="1839310" cy="1003847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6" name="圓角矩形 5">
                <a:extLst>
                  <a:ext uri="{FF2B5EF4-FFF2-40B4-BE49-F238E27FC236}">
                    <a16:creationId xmlns:a16="http://schemas.microsoft.com/office/drawing/2014/main" id="{1B1D9637-EB1E-6B57-0D5F-8301B780D475}"/>
                  </a:ext>
                </a:extLst>
              </p:cNvPr>
              <p:cNvSpPr/>
              <p:nvPr/>
            </p:nvSpPr>
            <p:spPr>
              <a:xfrm>
                <a:off x="4537840" y="5597825"/>
                <a:ext cx="1571297" cy="42624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7" name="圓角矩形 6">
                <a:extLst>
                  <a:ext uri="{FF2B5EF4-FFF2-40B4-BE49-F238E27FC236}">
                    <a16:creationId xmlns:a16="http://schemas.microsoft.com/office/drawing/2014/main" id="{A53F4F78-E5F2-39FD-53BD-D1C586B0DEC5}"/>
                  </a:ext>
                </a:extLst>
              </p:cNvPr>
              <p:cNvSpPr/>
              <p:nvPr/>
            </p:nvSpPr>
            <p:spPr>
              <a:xfrm>
                <a:off x="4537840" y="6061909"/>
                <a:ext cx="1571297" cy="42624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73F3791-E5B8-D9A9-2C8A-2857330178EB}"/>
                </a:ext>
              </a:extLst>
            </p:cNvPr>
            <p:cNvSpPr/>
            <p:nvPr/>
          </p:nvSpPr>
          <p:spPr>
            <a:xfrm>
              <a:off x="4740165" y="1807777"/>
              <a:ext cx="2207173" cy="206002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92C9D34-66EC-987B-5B9F-CBF2099D77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42641" y="2401724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9F905CF-6905-232F-14E8-14FF17373F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42641" y="2756043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16D6E2D-5071-4629-D968-8252E2530F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9475" y="2401724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0E76343-79E3-288E-919D-A503E67052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9475" y="2756043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82CDEC7-9F10-3640-1FC1-0972C4F8F3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7993" y="3521156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06637AD-616E-830B-90D1-138CC247CA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0350" y="3521156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A6C0D0B-19C3-4629-5712-D32466256A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635" y="3521156"/>
              <a:ext cx="289037" cy="28903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7FF5711-B678-B2DF-858F-0A853A3C5C02}"/>
                </a:ext>
              </a:extLst>
            </p:cNvPr>
            <p:cNvSpPr/>
            <p:nvPr/>
          </p:nvSpPr>
          <p:spPr>
            <a:xfrm>
              <a:off x="705508" y="2177010"/>
              <a:ext cx="1839310" cy="36563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D8B46F27-1DD7-2641-08E1-4B7348BA9D42}"/>
                </a:ext>
              </a:extLst>
            </p:cNvPr>
            <p:cNvGrpSpPr/>
            <p:nvPr/>
          </p:nvGrpSpPr>
          <p:grpSpPr>
            <a:xfrm>
              <a:off x="7707833" y="2262626"/>
              <a:ext cx="1009650" cy="914400"/>
              <a:chOff x="9439275" y="1651436"/>
              <a:chExt cx="1009650" cy="914400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2AC56FF-5DFE-596C-5C3E-BFB815BFB89E}"/>
                  </a:ext>
                </a:extLst>
              </p:cNvPr>
              <p:cNvSpPr/>
              <p:nvPr/>
            </p:nvSpPr>
            <p:spPr>
              <a:xfrm>
                <a:off x="10144125" y="1651436"/>
                <a:ext cx="114300" cy="914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BD0A6BB5-6913-8F3F-7823-7DF550D5736C}"/>
                  </a:ext>
                </a:extLst>
              </p:cNvPr>
              <p:cNvSpPr/>
              <p:nvPr/>
            </p:nvSpPr>
            <p:spPr>
              <a:xfrm>
                <a:off x="9439275" y="1807777"/>
                <a:ext cx="1009650" cy="601719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ADC0E30B-DAEB-3DDB-61C3-ED36553D6C35}"/>
                </a:ext>
              </a:extLst>
            </p:cNvPr>
            <p:cNvCxnSpPr>
              <a:cxnSpLocks/>
              <a:stCxn id="18" idx="1"/>
              <a:endCxn id="12" idx="3"/>
            </p:cNvCxnSpPr>
            <p:nvPr/>
          </p:nvCxnSpPr>
          <p:spPr>
            <a:xfrm flipH="1" flipV="1">
              <a:off x="6868512" y="2546243"/>
              <a:ext cx="839321" cy="1735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CEB245F8-9A51-8F4B-809B-2069035B8837}"/>
                </a:ext>
              </a:extLst>
            </p:cNvPr>
            <p:cNvCxnSpPr>
              <a:cxnSpLocks/>
              <a:stCxn id="18" idx="1"/>
              <a:endCxn id="13" idx="3"/>
            </p:cNvCxnSpPr>
            <p:nvPr/>
          </p:nvCxnSpPr>
          <p:spPr>
            <a:xfrm flipH="1">
              <a:off x="6868512" y="2719827"/>
              <a:ext cx="839321" cy="1807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4EE56798-F921-2A83-4F65-D0F460EB1AB2}"/>
                </a:ext>
              </a:extLst>
            </p:cNvPr>
            <p:cNvSpPr txBox="1"/>
            <p:nvPr/>
          </p:nvSpPr>
          <p:spPr>
            <a:xfrm>
              <a:off x="4740165" y="2177010"/>
              <a:ext cx="5405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OUT 1</a:t>
              </a:r>
              <a:endParaRPr kumimoji="1" lang="zh-TW" altLang="en-US" sz="1100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FDBE051A-889B-1009-166F-14F4D6D0049C}"/>
                </a:ext>
              </a:extLst>
            </p:cNvPr>
            <p:cNvSpPr txBox="1"/>
            <p:nvPr/>
          </p:nvSpPr>
          <p:spPr>
            <a:xfrm>
              <a:off x="4740163" y="3040694"/>
              <a:ext cx="5405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OUT 2</a:t>
              </a:r>
              <a:endParaRPr kumimoji="1" lang="zh-TW" altLang="en-US" sz="1100" dirty="0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BC79D6A9-CEEC-D42A-32B0-084CD886D024}"/>
                </a:ext>
              </a:extLst>
            </p:cNvPr>
            <p:cNvSpPr txBox="1"/>
            <p:nvPr/>
          </p:nvSpPr>
          <p:spPr>
            <a:xfrm>
              <a:off x="6406805" y="2177010"/>
              <a:ext cx="5405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OUT 3</a:t>
              </a:r>
              <a:endParaRPr kumimoji="1" lang="zh-TW" altLang="en-US" sz="1100" dirty="0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897F6645-E8DC-7D58-1C26-2A554E1AACD6}"/>
                </a:ext>
              </a:extLst>
            </p:cNvPr>
            <p:cNvSpPr txBox="1"/>
            <p:nvPr/>
          </p:nvSpPr>
          <p:spPr>
            <a:xfrm>
              <a:off x="6406804" y="3040694"/>
              <a:ext cx="5405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OUT 4</a:t>
              </a:r>
              <a:endParaRPr kumimoji="1" lang="zh-TW" altLang="en-US" sz="1100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077FBB10-2E5E-AE23-5E67-06F0218F404F}"/>
                </a:ext>
              </a:extLst>
            </p:cNvPr>
            <p:cNvSpPr txBox="1"/>
            <p:nvPr/>
          </p:nvSpPr>
          <p:spPr>
            <a:xfrm>
              <a:off x="4860325" y="3298195"/>
              <a:ext cx="4090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12V</a:t>
              </a:r>
              <a:endParaRPr kumimoji="1" lang="zh-TW" altLang="en-US" sz="1100" dirty="0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458ECC9E-F58B-BAB2-EB12-C4E5DA83FAD6}"/>
                </a:ext>
              </a:extLst>
            </p:cNvPr>
            <p:cNvSpPr txBox="1"/>
            <p:nvPr/>
          </p:nvSpPr>
          <p:spPr>
            <a:xfrm>
              <a:off x="5174673" y="3296693"/>
              <a:ext cx="4523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GND</a:t>
              </a:r>
              <a:endParaRPr kumimoji="1" lang="zh-TW" altLang="en-US" sz="1100" dirty="0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CA20D025-F738-F0B5-58FA-E18071E27B66}"/>
                </a:ext>
              </a:extLst>
            </p:cNvPr>
            <p:cNvSpPr txBox="1"/>
            <p:nvPr/>
          </p:nvSpPr>
          <p:spPr>
            <a:xfrm>
              <a:off x="5566591" y="3296693"/>
              <a:ext cx="3369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5V</a:t>
              </a:r>
              <a:endParaRPr kumimoji="1" lang="zh-TW" altLang="en-US" sz="1100" dirty="0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829614E7-459F-2187-CACD-71A9A952FB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48503" y="3608602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2593AFD4-93CC-5C47-5556-9E63F96F18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45739" y="3608602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6CCA03D5-0BA7-7E7E-3FAF-D10A39BCA4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2975" y="3608602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F8138602-E65A-FBFA-0276-739C318457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40210" y="3608602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4FF11934-B347-BE26-2E8F-B99A6507C736}"/>
                </a:ext>
              </a:extLst>
            </p:cNvPr>
            <p:cNvSpPr txBox="1"/>
            <p:nvPr/>
          </p:nvSpPr>
          <p:spPr>
            <a:xfrm>
              <a:off x="6395310" y="3388352"/>
              <a:ext cx="3834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IN3</a:t>
              </a:r>
              <a:endParaRPr kumimoji="1" lang="zh-TW" altLang="en-US" sz="1100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84B1BBF8-30CA-0D06-2233-C3921831C72B}"/>
                </a:ext>
              </a:extLst>
            </p:cNvPr>
            <p:cNvSpPr txBox="1"/>
            <p:nvPr/>
          </p:nvSpPr>
          <p:spPr>
            <a:xfrm>
              <a:off x="6620755" y="3388352"/>
              <a:ext cx="3834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IN4</a:t>
              </a:r>
              <a:endParaRPr kumimoji="1" lang="zh-TW" altLang="en-US" sz="1100" dirty="0"/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8C42E56F-F26D-795C-7406-32F6C0A87480}"/>
                </a:ext>
              </a:extLst>
            </p:cNvPr>
            <p:cNvCxnSpPr>
              <a:cxnSpLocks/>
              <a:stCxn id="15" idx="2"/>
              <a:endCxn id="5" idx="1"/>
            </p:cNvCxnSpPr>
            <p:nvPr/>
          </p:nvCxnSpPr>
          <p:spPr>
            <a:xfrm flipH="1">
              <a:off x="4740165" y="3810193"/>
              <a:ext cx="324704" cy="204423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C94A394C-0EA2-F6EA-FCDE-9576CBD49310}"/>
                </a:ext>
              </a:extLst>
            </p:cNvPr>
            <p:cNvCxnSpPr>
              <a:cxnSpLocks/>
              <a:stCxn id="5" idx="3"/>
              <a:endCxn id="14" idx="2"/>
            </p:cNvCxnSpPr>
            <p:nvPr/>
          </p:nvCxnSpPr>
          <p:spPr>
            <a:xfrm flipH="1" flipV="1">
              <a:off x="5402512" y="3810193"/>
              <a:ext cx="1176963" cy="20442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25C40743-E4E3-2781-6BC7-B3CE9E3D27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241462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D978D387-0CA4-2F62-E73E-EF1E095C42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241462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05058061-481A-27F2-70F1-646B80BE6A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259750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7265257E-2BF9-9F51-3E87-4423EDE010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259750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89C69D60-FFC1-B6B9-942B-14F3EAE70D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278038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9BD6EC66-3535-E981-F83F-2B24BF9DA6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278038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9DCCCEEB-9103-1FE4-EE1A-07C340A40D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296326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B8899663-6B3C-3ADE-4870-53EB2E5C3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296326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9ABDC4CF-FF3D-1D19-E5ED-6133311ED4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314614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D6B81446-1EED-9E91-CB0F-25933398E6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314614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F9B4DB21-AE7E-F39D-7C41-E4A5D7AE4B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332902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F249E90F-9C3F-EBEC-D493-40FEF8799D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332902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2FEF2B11-BEFE-0F17-DC30-6E53759E8E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351190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46063B88-06BE-B220-92AF-C29883D82A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351190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1D298F9C-B484-169F-08B9-87D6718053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27514" y="369478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9BBCD317-235C-B4E6-5940-5DD493C63D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37008" y="3694783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67" name="肘形接點 66">
              <a:extLst>
                <a:ext uri="{FF2B5EF4-FFF2-40B4-BE49-F238E27FC236}">
                  <a16:creationId xmlns:a16="http://schemas.microsoft.com/office/drawing/2014/main" id="{53F07518-E748-C5B1-1F3A-08CF98CF164C}"/>
                </a:ext>
              </a:extLst>
            </p:cNvPr>
            <p:cNvCxnSpPr>
              <a:cxnSpLocks/>
              <a:stCxn id="51" idx="6"/>
              <a:endCxn id="16" idx="2"/>
            </p:cNvCxnSpPr>
            <p:nvPr/>
          </p:nvCxnSpPr>
          <p:spPr>
            <a:xfrm>
              <a:off x="2442924" y="2472328"/>
              <a:ext cx="3297230" cy="1337865"/>
            </a:xfrm>
            <a:prstGeom prst="bentConnector4">
              <a:avLst>
                <a:gd name="adj1" fmla="val 63359"/>
                <a:gd name="adj2" fmla="val 117087"/>
              </a:avLst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C8FA6EDC-646D-3184-6993-0C6CAB7DAA69}"/>
                </a:ext>
              </a:extLst>
            </p:cNvPr>
            <p:cNvSpPr txBox="1"/>
            <p:nvPr/>
          </p:nvSpPr>
          <p:spPr>
            <a:xfrm>
              <a:off x="2543485" y="2193864"/>
              <a:ext cx="7585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PIN 2 (5V)</a:t>
              </a:r>
              <a:endParaRPr kumimoji="1" lang="zh-TW" altLang="en-US" sz="1100" dirty="0"/>
            </a:p>
          </p:txBody>
        </p:sp>
        <p:cxnSp>
          <p:nvCxnSpPr>
            <p:cNvPr id="71" name="肘形接點 70">
              <a:extLst>
                <a:ext uri="{FF2B5EF4-FFF2-40B4-BE49-F238E27FC236}">
                  <a16:creationId xmlns:a16="http://schemas.microsoft.com/office/drawing/2014/main" id="{F6139EB1-663B-4E79-1BFD-8BB0733E99A4}"/>
                </a:ext>
              </a:extLst>
            </p:cNvPr>
            <p:cNvCxnSpPr>
              <a:cxnSpLocks/>
              <a:stCxn id="55" idx="6"/>
              <a:endCxn id="14" idx="2"/>
            </p:cNvCxnSpPr>
            <p:nvPr/>
          </p:nvCxnSpPr>
          <p:spPr>
            <a:xfrm>
              <a:off x="2442924" y="2838088"/>
              <a:ext cx="2959588" cy="972105"/>
            </a:xfrm>
            <a:prstGeom prst="bentConnector4">
              <a:avLst>
                <a:gd name="adj1" fmla="val 65749"/>
                <a:gd name="adj2" fmla="val 139340"/>
              </a:avLst>
            </a:prstGeom>
            <a:ln w="19050"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21B392A6-7AE7-4D06-EDF0-A255183503B9}"/>
                </a:ext>
              </a:extLst>
            </p:cNvPr>
            <p:cNvSpPr txBox="1"/>
            <p:nvPr/>
          </p:nvSpPr>
          <p:spPr>
            <a:xfrm>
              <a:off x="2539337" y="2579634"/>
              <a:ext cx="8739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PIN 6 (GND)</a:t>
              </a:r>
              <a:endParaRPr kumimoji="1" lang="zh-TW" altLang="en-US" sz="1100" dirty="0"/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01DA2B88-ED31-E7D0-5BFD-91B989757A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1267" y="3608602"/>
              <a:ext cx="115410" cy="11541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83" name="肘形接點 82">
              <a:extLst>
                <a:ext uri="{FF2B5EF4-FFF2-40B4-BE49-F238E27FC236}">
                  <a16:creationId xmlns:a16="http://schemas.microsoft.com/office/drawing/2014/main" id="{E9169AAE-7C26-B317-D03A-48C7D2D70F14}"/>
                </a:ext>
              </a:extLst>
            </p:cNvPr>
            <p:cNvCxnSpPr>
              <a:cxnSpLocks/>
              <a:stCxn id="61" idx="6"/>
              <a:endCxn id="38" idx="4"/>
            </p:cNvCxnSpPr>
            <p:nvPr/>
          </p:nvCxnSpPr>
          <p:spPr>
            <a:xfrm>
              <a:off x="2252418" y="3386728"/>
              <a:ext cx="4348262" cy="337284"/>
            </a:xfrm>
            <a:prstGeom prst="bentConnector4">
              <a:avLst>
                <a:gd name="adj1" fmla="val 45151"/>
                <a:gd name="adj2" fmla="val 287819"/>
              </a:avLst>
            </a:prstGeom>
            <a:ln w="19050">
              <a:solidFill>
                <a:schemeClr val="accent5">
                  <a:lumMod val="75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87B6A910-8384-317B-479C-689E6C369D45}"/>
                </a:ext>
              </a:extLst>
            </p:cNvPr>
            <p:cNvSpPr txBox="1"/>
            <p:nvPr/>
          </p:nvSpPr>
          <p:spPr>
            <a:xfrm>
              <a:off x="2554397" y="3125118"/>
              <a:ext cx="11128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PIN 11 (GPIO17)</a:t>
              </a:r>
              <a:endParaRPr kumimoji="1" lang="zh-TW" altLang="en-US" sz="1100" dirty="0"/>
            </a:p>
          </p:txBody>
        </p:sp>
        <p:cxnSp>
          <p:nvCxnSpPr>
            <p:cNvPr id="90" name="肘形接點 89">
              <a:extLst>
                <a:ext uri="{FF2B5EF4-FFF2-40B4-BE49-F238E27FC236}">
                  <a16:creationId xmlns:a16="http://schemas.microsoft.com/office/drawing/2014/main" id="{E6312568-21F0-7442-4E03-E146F17A5E3C}"/>
                </a:ext>
              </a:extLst>
            </p:cNvPr>
            <p:cNvCxnSpPr>
              <a:cxnSpLocks/>
              <a:stCxn id="62" idx="6"/>
              <a:endCxn id="39" idx="4"/>
            </p:cNvCxnSpPr>
            <p:nvPr/>
          </p:nvCxnSpPr>
          <p:spPr>
            <a:xfrm>
              <a:off x="2252418" y="3569608"/>
              <a:ext cx="4545497" cy="154404"/>
            </a:xfrm>
            <a:prstGeom prst="bentConnector4">
              <a:avLst>
                <a:gd name="adj1" fmla="val 39157"/>
                <a:gd name="adj2" fmla="val 613399"/>
              </a:avLst>
            </a:prstGeom>
            <a:ln w="19050">
              <a:solidFill>
                <a:srgbClr val="7030A0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C32BB010-C9AE-94C4-054A-9A841940A848}"/>
                </a:ext>
              </a:extLst>
            </p:cNvPr>
            <p:cNvSpPr txBox="1"/>
            <p:nvPr/>
          </p:nvSpPr>
          <p:spPr>
            <a:xfrm>
              <a:off x="2552594" y="3591240"/>
              <a:ext cx="111280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1100" dirty="0"/>
                <a:t>PIN 11 (GPIO27)</a:t>
              </a:r>
              <a:endParaRPr kumimoji="1" lang="zh-TW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2805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A7DC2-A3E4-CFBB-7F2F-5DCA36BC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GPIO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768ACD-D03A-8F03-2B0A-E7FBF38C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0886-E45D-8540-AE5E-5F96FFE5E853}" type="slidenum">
              <a:rPr kumimoji="1" lang="zh-TW" altLang="en-US" smtClean="0"/>
              <a:t>9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239882-4879-30DB-DD13-64B00ABFEAB0}"/>
              </a:ext>
            </a:extLst>
          </p:cNvPr>
          <p:cNvSpPr txBox="1"/>
          <p:nvPr/>
        </p:nvSpPr>
        <p:spPr>
          <a:xfrm>
            <a:off x="257504" y="1308656"/>
            <a:ext cx="8354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root@raspberrypi5:~# ls /sys/class/gpio 2&gt;/dev/null</a:t>
            </a:r>
            <a:endParaRPr lang="en-US" altLang="zh-TW" dirty="0"/>
          </a:p>
          <a:p>
            <a:r>
              <a:rPr lang="zh-TW" altLang="en-US" dirty="0"/>
              <a:t>export       gpiochip512  gpiochip544  gpiochip548  gpiochip563  gpiochip569  unexport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2071C44-B112-EF9D-5E5A-9BD2E7483E73}"/>
              </a:ext>
            </a:extLst>
          </p:cNvPr>
          <p:cNvSpPr txBox="1"/>
          <p:nvPr/>
        </p:nvSpPr>
        <p:spPr>
          <a:xfrm>
            <a:off x="257504" y="2202097"/>
            <a:ext cx="115871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root@raspberrypi5:~# for c in /sys/class/gpio/gpiochip*; do echo "$c: label=$(cat $c/label) ngpio=$(cat $c/ngpio) base=$(cat $c/base)"; done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  /sys/class/gpio/gpiochip512: label=gpio-brcmstb@107d508500 ngpio=32 base=512</a:t>
            </a:r>
          </a:p>
          <a:p>
            <a:r>
              <a:rPr lang="zh-TW" altLang="en-US" dirty="0"/>
              <a:t>  /sys/class/gpio/gpiochip544: label=gpio-brcmstb@107d508520 ngpio=4 base=544</a:t>
            </a:r>
          </a:p>
          <a:p>
            <a:r>
              <a:rPr lang="zh-TW" altLang="en-US" dirty="0"/>
              <a:t>  /sys/class/gpio/gpiochip548: label=gpio-brcmstb@107d517c00 ngpio=15 base=548</a:t>
            </a:r>
          </a:p>
          <a:p>
            <a:r>
              <a:rPr lang="zh-TW" altLang="en-US" dirty="0"/>
              <a:t>  /sys/class/gpio/gpiochip563: label=gpio-brcmstb@107d517c20 ngpio=6 base=563</a:t>
            </a:r>
          </a:p>
          <a:p>
            <a:r>
              <a:rPr lang="zh-TW" altLang="en-US" b="1" dirty="0"/>
              <a:t>  /sys/class/gpio/gpiochip569: label=pinctrl-rp1 ngpio=54 base=569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80C99BF-DD0F-7087-FB79-20D15EDB4F30}"/>
              </a:ext>
            </a:extLst>
          </p:cNvPr>
          <p:cNvSpPr txBox="1"/>
          <p:nvPr/>
        </p:nvSpPr>
        <p:spPr>
          <a:xfrm>
            <a:off x="257504" y="5103674"/>
            <a:ext cx="44846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echo 586 &gt; /sys/class/gpio/export</a:t>
            </a:r>
          </a:p>
          <a:p>
            <a:r>
              <a:rPr lang="zh-TW" altLang="en-US" dirty="0"/>
              <a:t>echo 596 &gt; /sys/class/gpio/export</a:t>
            </a:r>
          </a:p>
          <a:p>
            <a:r>
              <a:rPr lang="zh-TW" altLang="en-US" dirty="0"/>
              <a:t>echo out &gt; /sys/class/gpio/gpio586/direction</a:t>
            </a:r>
          </a:p>
          <a:p>
            <a:r>
              <a:rPr lang="zh-TW" altLang="en-US" dirty="0"/>
              <a:t>echo out &gt; /sys/class/gpio/gpio596/direction</a:t>
            </a:r>
          </a:p>
          <a:p>
            <a:r>
              <a:rPr lang="zh-TW" altLang="en-US" dirty="0"/>
              <a:t>echo 1 &gt; /sys/class/gpio/gpio586/value</a:t>
            </a:r>
          </a:p>
          <a:p>
            <a:r>
              <a:rPr lang="zh-TW" altLang="en-US" dirty="0"/>
              <a:t>echo 0 &gt; /sys/class/gpio/gpio596/value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77ED561-C411-CEF1-A2B8-37C8C8C5CA38}"/>
              </a:ext>
            </a:extLst>
          </p:cNvPr>
          <p:cNvSpPr txBox="1"/>
          <p:nvPr/>
        </p:nvSpPr>
        <p:spPr>
          <a:xfrm>
            <a:off x="257504" y="4637770"/>
            <a:ext cx="10608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pinctrl-rp1(base=569, ngpio=54)就是 RP1 主要的 40-pin 排針控制器,BCM 腳位直接對應 569 + BCM編號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39436A2-F715-E0E7-CD08-E2927FA04013}"/>
              </a:ext>
            </a:extLst>
          </p:cNvPr>
          <p:cNvSpPr txBox="1"/>
          <p:nvPr/>
        </p:nvSpPr>
        <p:spPr>
          <a:xfrm>
            <a:off x="9227290" y="3989320"/>
            <a:ext cx="27432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 GPIO17 → sysfs 編號 586</a:t>
            </a:r>
          </a:p>
          <a:p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 GPIO27 → sysfs 編號 596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82C97EF-5E9A-B3EB-2DD1-E6D185946A83}"/>
              </a:ext>
            </a:extLst>
          </p:cNvPr>
          <p:cNvSpPr txBox="1"/>
          <p:nvPr/>
        </p:nvSpPr>
        <p:spPr>
          <a:xfrm>
            <a:off x="4768702" y="5549950"/>
            <a:ext cx="60977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前兩行: 把 GPIO17、GPIO27 註冊成可控制的腳位(export)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中間兩行: 設成輸出模式</a:t>
            </a:r>
            <a:endParaRPr lang="en-US" altLang="zh-TW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最後兩行: IN1=高、IN2=低</a:t>
            </a:r>
          </a:p>
        </p:txBody>
      </p:sp>
    </p:spTree>
    <p:extLst>
      <p:ext uri="{BB962C8B-B14F-4D97-AF65-F5344CB8AC3E}">
        <p14:creationId xmlns:p14="http://schemas.microsoft.com/office/powerpoint/2010/main" val="1288172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2322</TotalTime>
  <Words>1161</Words>
  <Application>Microsoft Macintosh PowerPoint</Application>
  <PresentationFormat>寬螢幕</PresentationFormat>
  <Paragraphs>108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Calibri</vt:lpstr>
      <vt:lpstr>Office 佈景主題</vt:lpstr>
      <vt:lpstr>Wifi 自動連線</vt:lpstr>
      <vt:lpstr>Rpi 連網流程</vt:lpstr>
      <vt:lpstr>wpa_supplicant 無法自動執行 </vt:lpstr>
      <vt:lpstr>recipes-wifi</vt:lpstr>
      <vt:lpstr>recipes-wifi</vt:lpstr>
      <vt:lpstr>結果</vt:lpstr>
      <vt:lpstr>結果</vt:lpstr>
      <vt:lpstr>馬達驅動硬體測試</vt:lpstr>
      <vt:lpstr>架構</vt:lpstr>
      <vt:lpstr>GPIO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15</cp:revision>
  <dcterms:created xsi:type="dcterms:W3CDTF">2026-07-06T08:23:04Z</dcterms:created>
  <dcterms:modified xsi:type="dcterms:W3CDTF">2026-07-23T03:05:41Z</dcterms:modified>
</cp:coreProperties>
</file>